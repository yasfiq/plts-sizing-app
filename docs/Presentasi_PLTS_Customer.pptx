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SOLUSI EFISIENSI ENERGI PLTS INDUSTRI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Solusi Energi Terbarukan Berbasis Engineering Presisi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Pangkas OPEX Listrik hingga 40-70% dengan Keandalan 25 Tahun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Disusun oleh: Tim Engineering &amp; Konsultan Energi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TANTANGAN OPERASIONAL &amp; ENERGI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Kenaikan tarif dasar listrik industri dan risiko penalti beban puncak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Tuntutan efisiensi biaya operasional (OPEX) dan target ESG / Net Zero Emission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Kekhawatiran penurunan produksi akibat perencanaan sizing sistem yang kurang akurat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SOLUSI &amp; NILAI TAMBAH KAMI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Perancangan sistem PLTS terintegrasi (On-Grid / Hybrid / Off-Grid) custom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Simulasi data per jam (Hourly Dispatch Simulation) berbasis profil beban riil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Komponen Tier-1 berstandar internasional dengan garansi performa 25 tahun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METODOLOGI &amp; SIZING PRESISI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Audit radiasi surya lokasi berbasis satelit (Renewables.ninja / NASA SSE)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Pencocokan presisi kurva beban harian dengan kapasitas pembangkitan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Optimasi batasan lahan atap dan kapasitas struktur beban (Roof Load Capacity)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KEANDALAN &amp; KEAMANAN ELEKTRIKAL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Konfigurasi string optimal: Tegangan Vmp terjaga pada efisiensi MPPT tertinggi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Keamanan Voc ekstrem pada suhu terdingin (di bawah batas maksimum inverter)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Proteksi arus hubung singkat dan proteksi lonjakan arus (Surge Protection)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ANALISIS FINANSIAL &amp; KELAYAKAN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CAPEX Transparan: Rincian investasi modul, inverter, BoS, dan perizinan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LCOE Kompetitif: Harga pokok energi per kWh jauh di bawah tarif PLN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Payback Period (BEP): Pengembalian modal cepat (4 - 6 tahun)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Net Present Value (NPV): Proyeksi akumulasi keuntungan positif 25 tahun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ROADMAP EKSEKUSI PROYEK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1. Site Survey &amp; Audit Struktur Kelistrikan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2. Detailed Engineering Design (DED) &amp; Simulasi Final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3. Perizinan PLN (Parallel Operation &amp; SLO)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4. Pengadaan, Instalasi, &amp; Komisioning Sistem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5. Handover, Monitoring, &amp; Layanan Pemeliharaan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LANGKAH SELANJUTNYA &amp; DISKUSI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Jadwalkan survei lokasi teknis dan audit profil beban gratis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Dapatkan proposal teknis &amp; tekno-ekonomi terperinci untuk perusahaan Anda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Q &amp; A / Diskusi Teknis &amp; Finansial</a:t>
            </a:r>
          </a:p>
          <a:p>
            <a:pPr>
              <a:spcAft>
                <a:spcPts val="1400"/>
              </a:spcAft>
              <a:defRPr sz="1500">
                <a:solidFill>
                  <a:srgbClr val="334155"/>
                </a:solidFill>
              </a:defRPr>
            </a:pPr>
            <a:r>
              <a:t>• Kontak &amp; Konsultasi Lanjut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